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1"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ide xmlns:p="http://schemas.openxmlformats.org/presentationml/2006/main">
  <p:cSld>
    <p:spTree>
      <p:nvGrpSpPr>
        <p:nvPr>
          <p:ph type="title"/>
        </p:nvPr>
      </p:nvGrpSpPr>
    </p:spTree>
  </p:cSld>
</p:slide>
</file>