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  <p:sldSz cx="9144000" cy="6858000"/>
</p:presentation>
</file>

<file path=ppt/slides/slide1.xml><?xml version="1.0" encoding="utf-8"?>
<p:sld xmlns:p="http://schemas.openxmlformats.org/presentationml/2006/main">
  <p:spTree>
    <p:nvGrpSpPr>
      <p:nvPr/>
      <p:cNvPr id="1" name=""/>
      <p:nvGrpSpPr/>
    </p:nvGrpSpPr>
    <p:grpSpPr/>
  </p:spTree>
</p:sld>
</file>